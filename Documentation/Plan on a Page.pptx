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04DD-4313-ABAC-AB29-19EEBDC83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338BF-0691-963E-E5BE-1966BBEA8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CBDFE-D439-766E-6164-8C0FB951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607-DDBD-BABE-AC88-68771C3D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D7B53-DAD5-DA9F-3D00-4AD87A93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22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4916-9F80-B8D6-2FA5-F89DF408B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51BCD-D783-ECE0-566E-B92603E7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754D2-9405-6D15-AE90-B9388C7A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81D08-A1E8-89E6-D0B2-EDA771B4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BA6E-2105-9C31-FF57-DCE3AA6B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04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8555-5320-6E90-808E-F16C50BE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F7F44-B7AA-7291-EF30-55191C163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1D011-7199-A4D2-D823-58AC0506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0CA68-B175-DA3F-0F7E-CE6B5E56D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02250-0DDC-7A54-BF1D-4E9E44B8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200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6AB1-86E4-B6D9-D016-422C6C6F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771D-8280-489A-2638-C07634905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A1952-4E52-4F5D-F271-75D582292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A7E94-0020-ED4A-9CBE-1FA9055A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04B95-453C-8D3A-F34F-8EA4BCC1D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BD87F-FEE1-0EF8-91DD-C895C529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A629-BEBD-5A87-F560-D4303648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0D082-CA45-ED45-1F53-8B96AAC97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2FACA-FC4A-7776-1D6E-70816316B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E2199-F614-B045-C4DC-3F3EFED5D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8DE56-A4B8-04D0-B29F-8B983C618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8B5CE-E406-0783-CC16-4A24E30A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358C1-82ED-6E1A-FA33-3BB9C048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85943-AB61-A0A5-B930-0A221247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18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DDB2-571C-BE2A-4607-9ACCB51C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4CF37-5BDA-270D-F4E0-03E096E9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C7A67-6268-F9D8-CFCE-EE876F05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51B5C-E1DF-F9FD-57F7-C889DD7B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0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569DC-630D-C522-D542-AB46B982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9A03A-F7DD-62A3-48A3-B978112C4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5687-7694-62F8-F459-F0497690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230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6222-7AE0-970F-462E-89890FC5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C1D84-CA35-B750-4F6A-AD7CD715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14179-B08A-2468-8118-E059E4532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89315-DF87-80B7-7501-8A46BAE6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73E30-4498-5789-54E6-DF376B70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BAEA0-1E06-8813-AD4F-FD6A0CA2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0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5581-75B1-A5CC-AC27-DB80C2C5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0D3C0-F094-ADDF-DBC6-4765892203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AC208-5841-44BC-03C8-942FFCADC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82122-1A02-E5E1-D778-C2BE227D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A4509-CFD6-B1C1-2247-58646779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C0837-258C-4E1C-0FF4-F3B18AA5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3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FEC84-24D3-B1A0-23B1-911CC6826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A5D15-8FA8-3C4C-189B-9CEC649EF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D4F15-E0AB-90CF-6069-F881E2B46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24F9-B052-9AC2-B2F6-1A717E4A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FF90A-66B4-41D1-F57D-7C70F88B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13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CDA5B2-B967-B8A7-8B8F-521C0CD014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B3766-CEFD-CB22-9080-8ADDEC9A3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95ED1-A6FF-C863-DD29-A7799799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D597A-CC52-CF1D-41BC-31D25271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2B9DE-0141-EBA4-716F-F3096197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38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FB2DE-48E3-93CD-DFB3-AE219A60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EA0C2-EC22-257C-D5A6-BE70BC8FD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6678E-4FBC-3BCA-983B-A17190059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23C01-D41F-4B67-AA5A-8539136EC7D0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C11C-A919-D6DF-B263-EEECFE811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33E6C-EF0A-2332-5EA8-2089E4159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0839A-5E95-4FF1-B33C-0F8B1C18A9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96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8B9062-A740-97EF-C47A-0EEB1D428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2" y="240307"/>
            <a:ext cx="6096000" cy="31399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D327E5-1E14-76BF-74DC-1E9DC3A86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517" y="240308"/>
            <a:ext cx="5789326" cy="3139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B5EE50-1715-FA85-C3F4-1F74BE9AA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516" y="3477778"/>
            <a:ext cx="5789325" cy="30369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226D17-AB23-A1D1-84DF-20F83D400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1" y="3483430"/>
            <a:ext cx="6096001" cy="30312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3295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Nagaraja</dc:creator>
  <cp:lastModifiedBy>Ram Nagaraja</cp:lastModifiedBy>
  <cp:revision>1</cp:revision>
  <dcterms:created xsi:type="dcterms:W3CDTF">2026-10-20T13:26:34Z</dcterms:created>
  <dcterms:modified xsi:type="dcterms:W3CDTF">2026-10-20T13:53:35Z</dcterms:modified>
</cp:coreProperties>
</file>